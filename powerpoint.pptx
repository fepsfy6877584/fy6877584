
<file path=[Content_Types].xml><?xml version="1.0" encoding="utf-8"?>
<Types xmlns="http://schemas.openxmlformats.org/package/2006/content-types">
  <Default Extension="jpeg" ContentType="image/jpeg"/>
  <Default Extension="jp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3FE9B6-1D34-E841-A9D3-9D1F35256731}" v="20" dt="2024-12-06T15:44:55.2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857" autoAdjust="0"/>
    <p:restoredTop sz="93147"/>
  </p:normalViewPr>
  <p:slideViewPr>
    <p:cSldViewPr snapToGrid="0">
      <p:cViewPr>
        <p:scale>
          <a:sx n="65" d="100"/>
          <a:sy n="65" d="100"/>
        </p:scale>
        <p:origin x="144"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058BF-C5E1-4B52-BD8A-FD1AD5779347}"/>
              </a:ext>
            </a:extLst>
          </p:cNvPr>
          <p:cNvSpPr>
            <a:spLocks noGrp="1"/>
          </p:cNvSpPr>
          <p:nvPr>
            <p:ph type="ctrTitle"/>
          </p:nvPr>
        </p:nvSpPr>
        <p:spPr>
          <a:xfrm>
            <a:off x="1524000" y="1122363"/>
            <a:ext cx="9144000" cy="2387600"/>
          </a:xfrm>
        </p:spPr>
        <p:txBody>
          <a:bodyPr anchor="b"/>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FCD51F7-3CC3-4BB7-8291-B1789482E8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FD320447-D6C7-43E1-AE88-1FB66CC9C55E}"/>
              </a:ext>
            </a:extLst>
          </p:cNvPr>
          <p:cNvSpPr>
            <a:spLocks noGrp="1"/>
          </p:cNvSpPr>
          <p:nvPr>
            <p:ph type="dt" sz="half" idx="10"/>
          </p:nvPr>
        </p:nvSpPr>
        <p:spPr/>
        <p:txBody>
          <a:bodyPr/>
          <a:lstStyle/>
          <a:p>
            <a:fld id="{C43A76A3-ADC8-4477-8FC1-B9DD55D84908}" type="datetime1">
              <a:rPr lang="en-US" smtClean="0"/>
              <a:t>11/26/24</a:t>
            </a:fld>
            <a:endParaRPr lang="en-US" dirty="0"/>
          </a:p>
        </p:txBody>
      </p:sp>
      <p:sp>
        <p:nvSpPr>
          <p:cNvPr id="5" name="Footer Placeholder 4">
            <a:extLst>
              <a:ext uri="{FF2B5EF4-FFF2-40B4-BE49-F238E27FC236}">
                <a16:creationId xmlns:a16="http://schemas.microsoft.com/office/drawing/2014/main" id="{6F5E17B6-E7FC-473A-8D5F-0E6B838EA7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4AF4E0-FDDB-42B9-862C-7BBC501CDAC5}"/>
              </a:ext>
            </a:extLst>
          </p:cNvPr>
          <p:cNvSpPr>
            <a:spLocks noGrp="1"/>
          </p:cNvSpPr>
          <p:nvPr>
            <p:ph type="sldNum" sz="quarter" idx="12"/>
          </p:nvPr>
        </p:nvSpPr>
        <p:spPr/>
        <p:txBody>
          <a:bodyPr/>
          <a:lstStyle/>
          <a:p>
            <a:fld id="{35747434-7036-48DB-A148-6B3D8EE75CDA}" type="slidenum">
              <a:rPr lang="en-US" smtClean="0"/>
              <a:t>‹#›</a:t>
            </a:fld>
            <a:endParaRPr lang="en-US" dirty="0"/>
          </a:p>
        </p:txBody>
      </p:sp>
    </p:spTree>
    <p:extLst>
      <p:ext uri="{BB962C8B-B14F-4D97-AF65-F5344CB8AC3E}">
        <p14:creationId xmlns:p14="http://schemas.microsoft.com/office/powerpoint/2010/main" val="697377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736C8-0B4F-4655-A630-0B1D2540B7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78B888-85E0-4D92-903E-C3FE7E870D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648916-250B-4232-BD7D-571FDE79F5E7}"/>
              </a:ext>
            </a:extLst>
          </p:cNvPr>
          <p:cNvSpPr>
            <a:spLocks noGrp="1"/>
          </p:cNvSpPr>
          <p:nvPr>
            <p:ph type="dt" sz="half" idx="10"/>
          </p:nvPr>
        </p:nvSpPr>
        <p:spPr/>
        <p:txBody>
          <a:bodyPr/>
          <a:lstStyle/>
          <a:p>
            <a:fld id="{DE7F49BE-398D-479A-8A7E-5DDBCA61EDCB}" type="datetime1">
              <a:rPr lang="en-US" smtClean="0"/>
              <a:t>11/26/24</a:t>
            </a:fld>
            <a:endParaRPr lang="en-US"/>
          </a:p>
        </p:txBody>
      </p:sp>
      <p:sp>
        <p:nvSpPr>
          <p:cNvPr id="5" name="Footer Placeholder 4">
            <a:extLst>
              <a:ext uri="{FF2B5EF4-FFF2-40B4-BE49-F238E27FC236}">
                <a16:creationId xmlns:a16="http://schemas.microsoft.com/office/drawing/2014/main" id="{B6A8BFB4-647C-4104-B6D4-3346051C36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0FA73F-2BE8-4370-AE90-58F4CE51FC51}"/>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1522259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1446D-9FAC-4157-A41A-51675C8BE929}"/>
              </a:ext>
            </a:extLst>
          </p:cNvPr>
          <p:cNvSpPr>
            <a:spLocks noGrp="1"/>
          </p:cNvSpPr>
          <p:nvPr>
            <p:ph type="title"/>
          </p:nvPr>
        </p:nvSpPr>
        <p:spPr>
          <a:xfrm>
            <a:off x="777240" y="1709738"/>
            <a:ext cx="10570210" cy="2758895"/>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2AF8D4A-8F93-4399-9546-64F286400D24}"/>
              </a:ext>
            </a:extLst>
          </p:cNvPr>
          <p:cNvSpPr>
            <a:spLocks noGrp="1"/>
          </p:cNvSpPr>
          <p:nvPr>
            <p:ph type="body" idx="1"/>
          </p:nvPr>
        </p:nvSpPr>
        <p:spPr>
          <a:xfrm>
            <a:off x="777240" y="4589463"/>
            <a:ext cx="10570210" cy="1500187"/>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9C2FD4-BF96-470C-8247-20DFAE1CF870}"/>
              </a:ext>
            </a:extLst>
          </p:cNvPr>
          <p:cNvSpPr>
            <a:spLocks noGrp="1"/>
          </p:cNvSpPr>
          <p:nvPr>
            <p:ph type="dt" sz="half" idx="10"/>
          </p:nvPr>
        </p:nvSpPr>
        <p:spPr/>
        <p:txBody>
          <a:bodyPr/>
          <a:lstStyle/>
          <a:p>
            <a:fld id="{CCD0C193-4974-4A1F-9C63-07D595E30D66}" type="datetime1">
              <a:rPr lang="en-US" smtClean="0"/>
              <a:t>11/26/24</a:t>
            </a:fld>
            <a:endParaRPr lang="en-US"/>
          </a:p>
        </p:txBody>
      </p:sp>
      <p:sp>
        <p:nvSpPr>
          <p:cNvPr id="5" name="Footer Placeholder 4">
            <a:extLst>
              <a:ext uri="{FF2B5EF4-FFF2-40B4-BE49-F238E27FC236}">
                <a16:creationId xmlns:a16="http://schemas.microsoft.com/office/drawing/2014/main" id="{27175A2D-86C4-4467-BAB8-E9ED004D2C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442A4D-D9B2-4C82-95E4-B86F9F5F3802}"/>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0821397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6B3AA-8C30-429E-B934-AF12204387B9}"/>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915834E-691F-4728-88F5-A0C4696695EB}"/>
              </a:ext>
            </a:extLst>
          </p:cNvPr>
          <p:cNvSpPr>
            <a:spLocks noGrp="1"/>
          </p:cNvSpPr>
          <p:nvPr>
            <p:ph sz="half" idx="1"/>
          </p:nvPr>
        </p:nvSpPr>
        <p:spPr>
          <a:xfrm>
            <a:off x="777240" y="1825625"/>
            <a:ext cx="52425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3876374-880F-4E25-9F88-79E3C1AB1F9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119BD69-B509-4FCE-95A8-ED03FFC8CC3C}"/>
              </a:ext>
            </a:extLst>
          </p:cNvPr>
          <p:cNvSpPr>
            <a:spLocks noGrp="1"/>
          </p:cNvSpPr>
          <p:nvPr>
            <p:ph type="dt" sz="half" idx="10"/>
          </p:nvPr>
        </p:nvSpPr>
        <p:spPr/>
        <p:txBody>
          <a:bodyPr/>
          <a:lstStyle/>
          <a:p>
            <a:fld id="{701AA87F-28D4-4BF0-B81F-877A89DFD5AC}" type="datetime1">
              <a:rPr lang="en-US" smtClean="0"/>
              <a:t>11/26/24</a:t>
            </a:fld>
            <a:endParaRPr lang="en-US"/>
          </a:p>
        </p:txBody>
      </p:sp>
      <p:sp>
        <p:nvSpPr>
          <p:cNvPr id="6" name="Footer Placeholder 5">
            <a:extLst>
              <a:ext uri="{FF2B5EF4-FFF2-40B4-BE49-F238E27FC236}">
                <a16:creationId xmlns:a16="http://schemas.microsoft.com/office/drawing/2014/main" id="{DB7C287B-AE5B-490B-BF81-A50D7A2E87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3C2246-303C-4A29-B6EA-E62CEDE6C2A1}"/>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8463554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2FE79-D5BE-43E8-B6C5-2675B7F4D818}"/>
              </a:ext>
            </a:extLst>
          </p:cNvPr>
          <p:cNvSpPr>
            <a:spLocks noGrp="1"/>
          </p:cNvSpPr>
          <p:nvPr>
            <p:ph type="title"/>
          </p:nvPr>
        </p:nvSpPr>
        <p:spPr>
          <a:xfrm>
            <a:off x="777240" y="365125"/>
            <a:ext cx="10578148"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69D3A07-BA51-4113-902E-830A887D2394}"/>
              </a:ext>
            </a:extLst>
          </p:cNvPr>
          <p:cNvSpPr>
            <a:spLocks noGrp="1"/>
          </p:cNvSpPr>
          <p:nvPr>
            <p:ph type="body" idx="1"/>
          </p:nvPr>
        </p:nvSpPr>
        <p:spPr>
          <a:xfrm>
            <a:off x="777240" y="1801812"/>
            <a:ext cx="5220335" cy="9350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E320A9-E274-4E1B-B02D-9A3F510A1F22}"/>
              </a:ext>
            </a:extLst>
          </p:cNvPr>
          <p:cNvSpPr>
            <a:spLocks noGrp="1"/>
          </p:cNvSpPr>
          <p:nvPr>
            <p:ph sz="half" idx="2"/>
          </p:nvPr>
        </p:nvSpPr>
        <p:spPr>
          <a:xfrm>
            <a:off x="777240" y="2825749"/>
            <a:ext cx="5220335" cy="3363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DBE80D3A-C2A8-4B78-B7E2-4908C74B1C43}"/>
              </a:ext>
            </a:extLst>
          </p:cNvPr>
          <p:cNvSpPr>
            <a:spLocks noGrp="1"/>
          </p:cNvSpPr>
          <p:nvPr>
            <p:ph type="body" sz="quarter" idx="3"/>
          </p:nvPr>
        </p:nvSpPr>
        <p:spPr>
          <a:xfrm>
            <a:off x="6172200" y="1801812"/>
            <a:ext cx="5183188" cy="9350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C5D84DD-9460-4B08-86AD-27486A940047}"/>
              </a:ext>
            </a:extLst>
          </p:cNvPr>
          <p:cNvSpPr>
            <a:spLocks noGrp="1"/>
          </p:cNvSpPr>
          <p:nvPr>
            <p:ph sz="quarter" idx="4"/>
          </p:nvPr>
        </p:nvSpPr>
        <p:spPr>
          <a:xfrm>
            <a:off x="6172200" y="2825749"/>
            <a:ext cx="5183188" cy="3363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4B0B7F8-282C-4210-AE7D-F35228BAC803}"/>
              </a:ext>
            </a:extLst>
          </p:cNvPr>
          <p:cNvSpPr>
            <a:spLocks noGrp="1"/>
          </p:cNvSpPr>
          <p:nvPr>
            <p:ph type="dt" sz="half" idx="10"/>
          </p:nvPr>
        </p:nvSpPr>
        <p:spPr/>
        <p:txBody>
          <a:bodyPr/>
          <a:lstStyle/>
          <a:p>
            <a:fld id="{A8A9F1F3-208B-49A3-B337-9C8ACEB3E0E1}" type="datetime1">
              <a:rPr lang="en-US" smtClean="0"/>
              <a:t>11/26/24</a:t>
            </a:fld>
            <a:endParaRPr lang="en-US"/>
          </a:p>
        </p:txBody>
      </p:sp>
      <p:sp>
        <p:nvSpPr>
          <p:cNvPr id="8" name="Footer Placeholder 7">
            <a:extLst>
              <a:ext uri="{FF2B5EF4-FFF2-40B4-BE49-F238E27FC236}">
                <a16:creationId xmlns:a16="http://schemas.microsoft.com/office/drawing/2014/main" id="{FAE343A9-1067-4DCF-BACC-1F7F3805022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F84E471-04DB-4DB5-8CC5-16B3FC88509D}"/>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5155944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D87C0-272E-4E50-A316-78079B2B923E}"/>
              </a:ext>
            </a:extLst>
          </p:cNvPr>
          <p:cNvSpPr>
            <a:spLocks noGrp="1"/>
          </p:cNvSpPr>
          <p:nvPr>
            <p:ph type="title"/>
          </p:nvPr>
        </p:nvSpPr>
        <p:spPr>
          <a:xfrm>
            <a:off x="777240" y="365125"/>
            <a:ext cx="10659110" cy="1325563"/>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F906C1C9-1F69-432A-858C-D828B56E1659}"/>
              </a:ext>
            </a:extLst>
          </p:cNvPr>
          <p:cNvSpPr>
            <a:spLocks noGrp="1"/>
          </p:cNvSpPr>
          <p:nvPr>
            <p:ph type="dt" sz="half" idx="10"/>
          </p:nvPr>
        </p:nvSpPr>
        <p:spPr/>
        <p:txBody>
          <a:bodyPr/>
          <a:lstStyle/>
          <a:p>
            <a:fld id="{27AF6CA6-7293-4AA2-A0E0-A3BF4416E786}" type="datetime1">
              <a:rPr lang="en-US" smtClean="0"/>
              <a:t>11/26/24</a:t>
            </a:fld>
            <a:endParaRPr lang="en-US"/>
          </a:p>
        </p:txBody>
      </p:sp>
      <p:sp>
        <p:nvSpPr>
          <p:cNvPr id="4" name="Footer Placeholder 3">
            <a:extLst>
              <a:ext uri="{FF2B5EF4-FFF2-40B4-BE49-F238E27FC236}">
                <a16:creationId xmlns:a16="http://schemas.microsoft.com/office/drawing/2014/main" id="{BD6D9A1B-D149-4B97-B161-3D7C9ADBCF7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B3722F-8C88-4E54-8CD6-12D31A05F813}"/>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32446032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E1B4EE-6DFC-45F3-9174-D913EB57CB9D}"/>
              </a:ext>
            </a:extLst>
          </p:cNvPr>
          <p:cNvSpPr>
            <a:spLocks noGrp="1"/>
          </p:cNvSpPr>
          <p:nvPr>
            <p:ph type="dt" sz="half" idx="10"/>
          </p:nvPr>
        </p:nvSpPr>
        <p:spPr/>
        <p:txBody>
          <a:bodyPr/>
          <a:lstStyle/>
          <a:p>
            <a:fld id="{98D87016-7BCD-46FB-8EE3-AB6C369108B4}" type="datetime1">
              <a:rPr lang="en-US" smtClean="0"/>
              <a:t>11/26/24</a:t>
            </a:fld>
            <a:endParaRPr lang="en-US"/>
          </a:p>
        </p:txBody>
      </p:sp>
      <p:sp>
        <p:nvSpPr>
          <p:cNvPr id="3" name="Footer Placeholder 2">
            <a:extLst>
              <a:ext uri="{FF2B5EF4-FFF2-40B4-BE49-F238E27FC236}">
                <a16:creationId xmlns:a16="http://schemas.microsoft.com/office/drawing/2014/main" id="{0BF7F7DC-6DDE-4337-AD27-BBE7D54224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CC58EA9-3AC4-421E-B133-1FA7757DF8BA}"/>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3921451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035BB-74CC-43E9-B71F-A5C05D17EB78}"/>
              </a:ext>
            </a:extLst>
          </p:cNvPr>
          <p:cNvSpPr>
            <a:spLocks noGrp="1"/>
          </p:cNvSpPr>
          <p:nvPr>
            <p:ph type="title"/>
          </p:nvPr>
        </p:nvSpPr>
        <p:spPr>
          <a:xfrm>
            <a:off x="777240" y="457200"/>
            <a:ext cx="3994785" cy="2501900"/>
          </a:xfrm>
        </p:spPr>
        <p:txBody>
          <a:bodyPr anchor="b">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CAADC9E-7845-4DB1-87E3-6FBFB2B03B8A}"/>
              </a:ext>
            </a:extLst>
          </p:cNvPr>
          <p:cNvSpPr>
            <a:spLocks noGrp="1"/>
          </p:cNvSpPr>
          <p:nvPr>
            <p:ph idx="1"/>
          </p:nvPr>
        </p:nvSpPr>
        <p:spPr>
          <a:xfrm>
            <a:off x="5183188" y="457201"/>
            <a:ext cx="6172200" cy="540385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5C925A8-2A07-43B9-B549-061F3684986B}"/>
              </a:ext>
            </a:extLst>
          </p:cNvPr>
          <p:cNvSpPr>
            <a:spLocks noGrp="1"/>
          </p:cNvSpPr>
          <p:nvPr>
            <p:ph type="body" sz="half" idx="2"/>
          </p:nvPr>
        </p:nvSpPr>
        <p:spPr>
          <a:xfrm>
            <a:off x="777240" y="3092450"/>
            <a:ext cx="3994785" cy="2776537"/>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1A9037-0564-43A1-8156-1D9932E1F85F}"/>
              </a:ext>
            </a:extLst>
          </p:cNvPr>
          <p:cNvSpPr>
            <a:spLocks noGrp="1"/>
          </p:cNvSpPr>
          <p:nvPr>
            <p:ph type="dt" sz="half" idx="10"/>
          </p:nvPr>
        </p:nvSpPr>
        <p:spPr/>
        <p:txBody>
          <a:bodyPr/>
          <a:lstStyle/>
          <a:p>
            <a:fld id="{A1547011-1FFC-4EF8-9A2E-53B4AD2ADBD4}" type="datetime1">
              <a:rPr lang="en-US" smtClean="0"/>
              <a:t>11/26/24</a:t>
            </a:fld>
            <a:endParaRPr lang="en-US"/>
          </a:p>
        </p:txBody>
      </p:sp>
      <p:sp>
        <p:nvSpPr>
          <p:cNvPr id="6" name="Footer Placeholder 5">
            <a:extLst>
              <a:ext uri="{FF2B5EF4-FFF2-40B4-BE49-F238E27FC236}">
                <a16:creationId xmlns:a16="http://schemas.microsoft.com/office/drawing/2014/main" id="{CBFF0D40-D0E1-49C9-BE47-91BBC50AB2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D129BD-890D-412E-9805-D29F4A0D3622}"/>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39271998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8ADB4-BA7B-42C2-9C6C-58B2763F8617}"/>
              </a:ext>
            </a:extLst>
          </p:cNvPr>
          <p:cNvSpPr>
            <a:spLocks noGrp="1"/>
          </p:cNvSpPr>
          <p:nvPr>
            <p:ph type="title"/>
          </p:nvPr>
        </p:nvSpPr>
        <p:spPr>
          <a:xfrm>
            <a:off x="777240" y="457200"/>
            <a:ext cx="3994785" cy="2505456"/>
          </a:xfrm>
        </p:spPr>
        <p:txBody>
          <a:bodyPr anchor="b"/>
          <a:lstStyle>
            <a:lvl1pPr>
              <a:defRPr sz="4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E9519B58-B546-4E6B-BE00-3D1D64DA8699}"/>
              </a:ext>
            </a:extLst>
          </p:cNvPr>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3FAA0AB8-41A9-4548-9B83-3EFF79A00793}"/>
              </a:ext>
            </a:extLst>
          </p:cNvPr>
          <p:cNvSpPr>
            <a:spLocks noGrp="1"/>
          </p:cNvSpPr>
          <p:nvPr>
            <p:ph type="body" sz="half" idx="2"/>
          </p:nvPr>
        </p:nvSpPr>
        <p:spPr>
          <a:xfrm>
            <a:off x="777240" y="3081275"/>
            <a:ext cx="3994785" cy="2779776"/>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BB33ED-A015-4992-A004-33D41CFFADA1}"/>
              </a:ext>
            </a:extLst>
          </p:cNvPr>
          <p:cNvSpPr>
            <a:spLocks noGrp="1"/>
          </p:cNvSpPr>
          <p:nvPr>
            <p:ph type="dt" sz="half" idx="10"/>
          </p:nvPr>
        </p:nvSpPr>
        <p:spPr/>
        <p:txBody>
          <a:bodyPr/>
          <a:lstStyle/>
          <a:p>
            <a:fld id="{9562EB47-45B4-4EF5-A743-B4885DD2F060}" type="datetime1">
              <a:rPr lang="en-US" smtClean="0"/>
              <a:t>11/26/24</a:t>
            </a:fld>
            <a:endParaRPr lang="en-US"/>
          </a:p>
        </p:txBody>
      </p:sp>
      <p:sp>
        <p:nvSpPr>
          <p:cNvPr id="6" name="Footer Placeholder 5">
            <a:extLst>
              <a:ext uri="{FF2B5EF4-FFF2-40B4-BE49-F238E27FC236}">
                <a16:creationId xmlns:a16="http://schemas.microsoft.com/office/drawing/2014/main" id="{D3C29CDA-E85F-47D1-83B7-02A50DEBFD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49625F-5352-4136-8AC4-F8899D00A1A9}"/>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807046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E922F-6166-4009-A42D-027DC718071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7791CF-167D-446D-9F99-6976C986E2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3CA422-E040-4DE1-9DA5-C8D37C116A7B}"/>
              </a:ext>
            </a:extLst>
          </p:cNvPr>
          <p:cNvSpPr>
            <a:spLocks noGrp="1"/>
          </p:cNvSpPr>
          <p:nvPr>
            <p:ph type="dt" sz="half" idx="10"/>
          </p:nvPr>
        </p:nvSpPr>
        <p:spPr/>
        <p:txBody>
          <a:bodyPr/>
          <a:lstStyle/>
          <a:p>
            <a:fld id="{D6762538-DC4D-4667-96E5-B3278DDF8B12}" type="datetime1">
              <a:rPr lang="en-US" smtClean="0"/>
              <a:t>11/26/24</a:t>
            </a:fld>
            <a:endParaRPr lang="en-US"/>
          </a:p>
        </p:txBody>
      </p:sp>
      <p:sp>
        <p:nvSpPr>
          <p:cNvPr id="5" name="Footer Placeholder 4">
            <a:extLst>
              <a:ext uri="{FF2B5EF4-FFF2-40B4-BE49-F238E27FC236}">
                <a16:creationId xmlns:a16="http://schemas.microsoft.com/office/drawing/2014/main" id="{6C813B0B-60E7-494E-91CB-055BC26906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48C554-7C1B-4D8F-9B6B-04492656904B}"/>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37872695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C66EF0-6ED8-49A7-BDAD-E20A143FAEA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FCE9CD-90A9-44BA-B293-0662E077DD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57DAE0-05C4-460B-B96D-BD183ED030C4}"/>
              </a:ext>
            </a:extLst>
          </p:cNvPr>
          <p:cNvSpPr>
            <a:spLocks noGrp="1"/>
          </p:cNvSpPr>
          <p:nvPr>
            <p:ph type="dt" sz="half" idx="10"/>
          </p:nvPr>
        </p:nvSpPr>
        <p:spPr/>
        <p:txBody>
          <a:bodyPr/>
          <a:lstStyle/>
          <a:p>
            <a:fld id="{05880548-5C08-4BE3-B63E-F2BB63B0B00C}" type="datetime1">
              <a:rPr lang="en-US" smtClean="0"/>
              <a:t>11/26/24</a:t>
            </a:fld>
            <a:endParaRPr lang="en-US"/>
          </a:p>
        </p:txBody>
      </p:sp>
      <p:sp>
        <p:nvSpPr>
          <p:cNvPr id="5" name="Footer Placeholder 4">
            <a:extLst>
              <a:ext uri="{FF2B5EF4-FFF2-40B4-BE49-F238E27FC236}">
                <a16:creationId xmlns:a16="http://schemas.microsoft.com/office/drawing/2014/main" id="{33B3CA93-55C9-4AA3-89A0-55490F745B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BFD820-FF26-4325-816F-310C30F80ACC}"/>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025932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99B5B3C5-A599-465B-B2B9-866E8B2087CE}"/>
              </a:ext>
            </a:extLst>
          </p:cNvPr>
          <p:cNvSpPr/>
          <p:nvPr/>
        </p:nvSpPr>
        <p:spPr>
          <a:xfrm>
            <a:off x="-1" y="-1"/>
            <a:ext cx="12192001"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25C84982-7DD0-43B1-8A2D-BFA4DF1B4E60}"/>
              </a:ext>
            </a:extLst>
          </p:cNvPr>
          <p:cNvSpPr/>
          <p:nvPr/>
        </p:nvSpPr>
        <p:spPr>
          <a:xfrm>
            <a:off x="-1" y="-1"/>
            <a:ext cx="12192001" cy="6858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grpSp>
        <p:nvGrpSpPr>
          <p:cNvPr id="8" name="Decorative Circles">
            <a:extLst>
              <a:ext uri="{FF2B5EF4-FFF2-40B4-BE49-F238E27FC236}">
                <a16:creationId xmlns:a16="http://schemas.microsoft.com/office/drawing/2014/main" id="{1D912E1C-3BBA-42F0-A3EE-FEC382E7230A}"/>
              </a:ext>
            </a:extLst>
          </p:cNvPr>
          <p:cNvGrpSpPr/>
          <p:nvPr/>
        </p:nvGrpSpPr>
        <p:grpSpPr>
          <a:xfrm>
            <a:off x="-1" y="-1"/>
            <a:ext cx="12192001" cy="6858001"/>
            <a:chOff x="-1" y="-1"/>
            <a:chExt cx="12192001" cy="6858001"/>
          </a:xfrm>
        </p:grpSpPr>
        <p:sp>
          <p:nvSpPr>
            <p:cNvPr id="21" name="Oval 20">
              <a:extLst>
                <a:ext uri="{FF2B5EF4-FFF2-40B4-BE49-F238E27FC236}">
                  <a16:creationId xmlns:a16="http://schemas.microsoft.com/office/drawing/2014/main" id="{2FEEAC76-E273-46A8-8F8E-CE59860FE70D}"/>
                </a:ext>
              </a:extLst>
            </p:cNvPr>
            <p:cNvSpPr/>
            <p:nvPr/>
          </p:nvSpPr>
          <p:spPr>
            <a:xfrm>
              <a:off x="209098" y="727602"/>
              <a:ext cx="172408" cy="172408"/>
            </a:xfrm>
            <a:prstGeom prst="ellipse">
              <a:avLst/>
            </a:prstGeom>
            <a:solidFill>
              <a:schemeClr val="accent2">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76594A0E-9400-45AD-A431-1DA1C0B28966}"/>
                </a:ext>
              </a:extLst>
            </p:cNvPr>
            <p:cNvSpPr/>
            <p:nvPr/>
          </p:nvSpPr>
          <p:spPr>
            <a:xfrm>
              <a:off x="949947" y="136523"/>
              <a:ext cx="113367" cy="113367"/>
            </a:xfrm>
            <a:prstGeom prst="ellipse">
              <a:avLst/>
            </a:prstGeom>
            <a:solidFill>
              <a:srgbClr val="F39E29">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20916D6C-D32F-42B6-8512-CD5EDB8F2B9B}"/>
                </a:ext>
              </a:extLst>
            </p:cNvPr>
            <p:cNvSpPr/>
            <p:nvPr/>
          </p:nvSpPr>
          <p:spPr>
            <a:xfrm>
              <a:off x="11575290" y="5859047"/>
              <a:ext cx="305780" cy="305780"/>
            </a:xfrm>
            <a:prstGeom prst="ellipse">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834846D-59C6-40F4-907C-F1A4689B58F1}"/>
                </a:ext>
              </a:extLst>
            </p:cNvPr>
            <p:cNvSpPr/>
            <p:nvPr/>
          </p:nvSpPr>
          <p:spPr>
            <a:xfrm>
              <a:off x="95730" y="1133938"/>
              <a:ext cx="226735" cy="226735"/>
            </a:xfrm>
            <a:prstGeom prst="ellipse">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5A257CDF-2E36-4DC7-8EE4-5CD8F8ECAC87}"/>
                </a:ext>
              </a:extLst>
            </p:cNvPr>
            <p:cNvSpPr/>
            <p:nvPr/>
          </p:nvSpPr>
          <p:spPr>
            <a:xfrm>
              <a:off x="11536830" y="554419"/>
              <a:ext cx="382700" cy="382700"/>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Oval 47">
              <a:extLst>
                <a:ext uri="{FF2B5EF4-FFF2-40B4-BE49-F238E27FC236}">
                  <a16:creationId xmlns:a16="http://schemas.microsoft.com/office/drawing/2014/main" id="{D5B26E0E-A115-4AE2-82D8-76BB93CC494F}"/>
                </a:ext>
              </a:extLst>
            </p:cNvPr>
            <p:cNvSpPr/>
            <p:nvPr/>
          </p:nvSpPr>
          <p:spPr>
            <a:xfrm>
              <a:off x="11224303" y="299808"/>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755058DB-7E01-4E95-BF59-983AA1BBB38E}"/>
                </a:ext>
              </a:extLst>
            </p:cNvPr>
            <p:cNvSpPr/>
            <p:nvPr/>
          </p:nvSpPr>
          <p:spPr>
            <a:xfrm>
              <a:off x="11629630" y="5482355"/>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A810F7E2-23F3-44D6-B09E-71E556536052}"/>
                </a:ext>
              </a:extLst>
            </p:cNvPr>
            <p:cNvSpPr/>
            <p:nvPr/>
          </p:nvSpPr>
          <p:spPr>
            <a:xfrm>
              <a:off x="10415328" y="612495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59D5C391-E1DB-410A-A78C-ED3BBDFF0758}"/>
                </a:ext>
              </a:extLst>
            </p:cNvPr>
            <p:cNvSpPr/>
            <p:nvPr/>
          </p:nvSpPr>
          <p:spPr>
            <a:xfrm>
              <a:off x="10120382" y="6255986"/>
              <a:ext cx="305780" cy="30578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Oval 52">
              <a:extLst>
                <a:ext uri="{FF2B5EF4-FFF2-40B4-BE49-F238E27FC236}">
                  <a16:creationId xmlns:a16="http://schemas.microsoft.com/office/drawing/2014/main" id="{77C4944D-9373-4283-BCAA-927A0316659E}"/>
                </a:ext>
              </a:extLst>
            </p:cNvPr>
            <p:cNvSpPr/>
            <p:nvPr/>
          </p:nvSpPr>
          <p:spPr>
            <a:xfrm>
              <a:off x="9934343" y="6204350"/>
              <a:ext cx="113367" cy="11336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Shape 53">
              <a:extLst>
                <a:ext uri="{FF2B5EF4-FFF2-40B4-BE49-F238E27FC236}">
                  <a16:creationId xmlns:a16="http://schemas.microsoft.com/office/drawing/2014/main" id="{6804C521-2D9F-4CE4-AFD3-D4F1551FEC6A}"/>
                </a:ext>
              </a:extLst>
            </p:cNvPr>
            <p:cNvSpPr/>
            <p:nvPr/>
          </p:nvSpPr>
          <p:spPr>
            <a:xfrm>
              <a:off x="11642244" y="6317718"/>
              <a:ext cx="549756" cy="540282"/>
            </a:xfrm>
            <a:custGeom>
              <a:avLst/>
              <a:gdLst>
                <a:gd name="connsiteX0" fmla="*/ 1224540 w 2115556"/>
                <a:gd name="connsiteY0" fmla="*/ 0 h 2079100"/>
                <a:gd name="connsiteX1" fmla="*/ 2090421 w 2115556"/>
                <a:gd name="connsiteY1" fmla="*/ 358660 h 2079100"/>
                <a:gd name="connsiteX2" fmla="*/ 2115556 w 2115556"/>
                <a:gd name="connsiteY2" fmla="*/ 386315 h 2079100"/>
                <a:gd name="connsiteX3" fmla="*/ 2115556 w 2115556"/>
                <a:gd name="connsiteY3" fmla="*/ 2062765 h 2079100"/>
                <a:gd name="connsiteX4" fmla="*/ 2100710 w 2115556"/>
                <a:gd name="connsiteY4" fmla="*/ 2079100 h 2079100"/>
                <a:gd name="connsiteX5" fmla="*/ 348370 w 2115556"/>
                <a:gd name="connsiteY5" fmla="*/ 2079100 h 2079100"/>
                <a:gd name="connsiteX6" fmla="*/ 279625 w 2115556"/>
                <a:gd name="connsiteY6" fmla="*/ 2003461 h 2079100"/>
                <a:gd name="connsiteX7" fmla="*/ 0 w 2115556"/>
                <a:gd name="connsiteY7" fmla="*/ 1224540 h 2079100"/>
                <a:gd name="connsiteX8" fmla="*/ 1224540 w 2115556"/>
                <a:gd name="connsiteY8" fmla="*/ 0 h 207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5556" h="2079100">
                  <a:moveTo>
                    <a:pt x="1224540" y="0"/>
                  </a:moveTo>
                  <a:cubicBezTo>
                    <a:pt x="1562687" y="0"/>
                    <a:pt x="1868823" y="137062"/>
                    <a:pt x="2090421" y="358660"/>
                  </a:cubicBezTo>
                  <a:lnTo>
                    <a:pt x="2115556" y="386315"/>
                  </a:lnTo>
                  <a:lnTo>
                    <a:pt x="2115556" y="2062765"/>
                  </a:lnTo>
                  <a:lnTo>
                    <a:pt x="2100710" y="2079100"/>
                  </a:lnTo>
                  <a:lnTo>
                    <a:pt x="348370" y="2079100"/>
                  </a:lnTo>
                  <a:lnTo>
                    <a:pt x="279625" y="2003461"/>
                  </a:lnTo>
                  <a:cubicBezTo>
                    <a:pt x="104938" y="1791789"/>
                    <a:pt x="0" y="1520419"/>
                    <a:pt x="0" y="1224540"/>
                  </a:cubicBezTo>
                  <a:cubicBezTo>
                    <a:pt x="0" y="548245"/>
                    <a:pt x="548245" y="0"/>
                    <a:pt x="1224540" y="0"/>
                  </a:cubicBez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56" name="Freeform: Shape 55">
              <a:extLst>
                <a:ext uri="{FF2B5EF4-FFF2-40B4-BE49-F238E27FC236}">
                  <a16:creationId xmlns:a16="http://schemas.microsoft.com/office/drawing/2014/main" id="{755AC65C-13EF-4182-AA3C-62BE165CC033}"/>
                </a:ext>
              </a:extLst>
            </p:cNvPr>
            <p:cNvSpPr/>
            <p:nvPr/>
          </p:nvSpPr>
          <p:spPr>
            <a:xfrm>
              <a:off x="-1" y="-1"/>
              <a:ext cx="510196" cy="538336"/>
            </a:xfrm>
            <a:custGeom>
              <a:avLst/>
              <a:gdLst>
                <a:gd name="connsiteX0" fmla="*/ 0 w 510196"/>
                <a:gd name="connsiteY0" fmla="*/ 0 h 538336"/>
                <a:gd name="connsiteX1" fmla="*/ 459276 w 510196"/>
                <a:gd name="connsiteY1" fmla="*/ 0 h 538336"/>
                <a:gd name="connsiteX2" fmla="*/ 482126 w 510196"/>
                <a:gd name="connsiteY2" fmla="*/ 42098 h 538336"/>
                <a:gd name="connsiteX3" fmla="*/ 510196 w 510196"/>
                <a:gd name="connsiteY3" fmla="*/ 181136 h 538336"/>
                <a:gd name="connsiteX4" fmla="*/ 152996 w 510196"/>
                <a:gd name="connsiteY4" fmla="*/ 538336 h 538336"/>
                <a:gd name="connsiteX5" fmla="*/ 13958 w 510196"/>
                <a:gd name="connsiteY5" fmla="*/ 510266 h 538336"/>
                <a:gd name="connsiteX6" fmla="*/ 0 w 510196"/>
                <a:gd name="connsiteY6" fmla="*/ 502690 h 538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0196" h="538336">
                  <a:moveTo>
                    <a:pt x="0" y="0"/>
                  </a:moveTo>
                  <a:lnTo>
                    <a:pt x="459276" y="0"/>
                  </a:lnTo>
                  <a:lnTo>
                    <a:pt x="482126" y="42098"/>
                  </a:lnTo>
                  <a:cubicBezTo>
                    <a:pt x="500201" y="84833"/>
                    <a:pt x="510196" y="131817"/>
                    <a:pt x="510196" y="181136"/>
                  </a:cubicBezTo>
                  <a:cubicBezTo>
                    <a:pt x="510196" y="378412"/>
                    <a:pt x="350272" y="538336"/>
                    <a:pt x="152996" y="538336"/>
                  </a:cubicBezTo>
                  <a:cubicBezTo>
                    <a:pt x="103677" y="538336"/>
                    <a:pt x="56693" y="528341"/>
                    <a:pt x="13958" y="510266"/>
                  </a:cubicBezTo>
                  <a:lnTo>
                    <a:pt x="0" y="50269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58" name="Freeform: Shape 57">
              <a:extLst>
                <a:ext uri="{FF2B5EF4-FFF2-40B4-BE49-F238E27FC236}">
                  <a16:creationId xmlns:a16="http://schemas.microsoft.com/office/drawing/2014/main" id="{E40DA8D2-FA4B-4282-9D44-48C27B63A153}"/>
                </a:ext>
              </a:extLst>
            </p:cNvPr>
            <p:cNvSpPr/>
            <p:nvPr/>
          </p:nvSpPr>
          <p:spPr>
            <a:xfrm>
              <a:off x="10528695" y="1"/>
              <a:ext cx="554074" cy="282754"/>
            </a:xfrm>
            <a:custGeom>
              <a:avLst/>
              <a:gdLst>
                <a:gd name="connsiteX0" fmla="*/ 644 w 309162"/>
                <a:gd name="connsiteY0" fmla="*/ 0 h 157771"/>
                <a:gd name="connsiteX1" fmla="*/ 308518 w 309162"/>
                <a:gd name="connsiteY1" fmla="*/ 0 h 157771"/>
                <a:gd name="connsiteX2" fmla="*/ 309162 w 309162"/>
                <a:gd name="connsiteY2" fmla="*/ 3190 h 157771"/>
                <a:gd name="connsiteX3" fmla="*/ 154581 w 309162"/>
                <a:gd name="connsiteY3" fmla="*/ 157771 h 157771"/>
                <a:gd name="connsiteX4" fmla="*/ 0 w 309162"/>
                <a:gd name="connsiteY4" fmla="*/ 3190 h 157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162" h="157771">
                  <a:moveTo>
                    <a:pt x="644" y="0"/>
                  </a:moveTo>
                  <a:lnTo>
                    <a:pt x="308518" y="0"/>
                  </a:lnTo>
                  <a:lnTo>
                    <a:pt x="309162" y="3190"/>
                  </a:lnTo>
                  <a:cubicBezTo>
                    <a:pt x="309162" y="88563"/>
                    <a:pt x="239954" y="157771"/>
                    <a:pt x="154581" y="157771"/>
                  </a:cubicBezTo>
                  <a:cubicBezTo>
                    <a:pt x="69208" y="157771"/>
                    <a:pt x="0" y="88563"/>
                    <a:pt x="0" y="3190"/>
                  </a:cubicBez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10" name="Oval 9">
              <a:extLst>
                <a:ext uri="{FF2B5EF4-FFF2-40B4-BE49-F238E27FC236}">
                  <a16:creationId xmlns:a16="http://schemas.microsoft.com/office/drawing/2014/main" id="{99065014-CB18-414D-A527-31ECC45700AB}"/>
                </a:ext>
              </a:extLst>
            </p:cNvPr>
            <p:cNvSpPr/>
            <p:nvPr/>
          </p:nvSpPr>
          <p:spPr>
            <a:xfrm>
              <a:off x="504140" y="1132500"/>
              <a:ext cx="84680" cy="8468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1" name="Freeform: Shape 60">
              <a:extLst>
                <a:ext uri="{FF2B5EF4-FFF2-40B4-BE49-F238E27FC236}">
                  <a16:creationId xmlns:a16="http://schemas.microsoft.com/office/drawing/2014/main" id="{8F39E27A-56C1-4328-8DF1-2DA147C78483}"/>
                </a:ext>
              </a:extLst>
            </p:cNvPr>
            <p:cNvSpPr/>
            <p:nvPr/>
          </p:nvSpPr>
          <p:spPr>
            <a:xfrm>
              <a:off x="12051348" y="5576515"/>
              <a:ext cx="137603" cy="210490"/>
            </a:xfrm>
            <a:custGeom>
              <a:avLst/>
              <a:gdLst>
                <a:gd name="connsiteX0" fmla="*/ 105245 w 137603"/>
                <a:gd name="connsiteY0" fmla="*/ 0 h 210490"/>
                <a:gd name="connsiteX1" fmla="*/ 137603 w 137603"/>
                <a:gd name="connsiteY1" fmla="*/ 6533 h 210490"/>
                <a:gd name="connsiteX2" fmla="*/ 137603 w 137603"/>
                <a:gd name="connsiteY2" fmla="*/ 203957 h 210490"/>
                <a:gd name="connsiteX3" fmla="*/ 105245 w 137603"/>
                <a:gd name="connsiteY3" fmla="*/ 210490 h 210490"/>
                <a:gd name="connsiteX4" fmla="*/ 0 w 137603"/>
                <a:gd name="connsiteY4" fmla="*/ 105245 h 210490"/>
                <a:gd name="connsiteX5" fmla="*/ 105245 w 137603"/>
                <a:gd name="connsiteY5" fmla="*/ 0 h 210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603" h="210490">
                  <a:moveTo>
                    <a:pt x="105245" y="0"/>
                  </a:moveTo>
                  <a:lnTo>
                    <a:pt x="137603" y="6533"/>
                  </a:lnTo>
                  <a:lnTo>
                    <a:pt x="137603" y="203957"/>
                  </a:lnTo>
                  <a:lnTo>
                    <a:pt x="105245" y="210490"/>
                  </a:lnTo>
                  <a:cubicBezTo>
                    <a:pt x="47120" y="210490"/>
                    <a:pt x="0" y="163370"/>
                    <a:pt x="0" y="105245"/>
                  </a:cubicBezTo>
                  <a:cubicBezTo>
                    <a:pt x="0" y="47120"/>
                    <a:pt x="47120" y="0"/>
                    <a:pt x="105245"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grpSp>
      <p:sp>
        <p:nvSpPr>
          <p:cNvPr id="4" name="Date Placeholder 3">
            <a:extLst>
              <a:ext uri="{FF2B5EF4-FFF2-40B4-BE49-F238E27FC236}">
                <a16:creationId xmlns:a16="http://schemas.microsoft.com/office/drawing/2014/main" id="{442C5EC6-E331-4312-AC12-56D55F7D2B15}"/>
              </a:ext>
            </a:extLst>
          </p:cNvPr>
          <p:cNvSpPr>
            <a:spLocks noGrp="1"/>
          </p:cNvSpPr>
          <p:nvPr>
            <p:ph type="dt" sz="half" idx="2"/>
          </p:nvPr>
        </p:nvSpPr>
        <p:spPr>
          <a:xfrm>
            <a:off x="777240" y="6488268"/>
            <a:ext cx="2743200" cy="233209"/>
          </a:xfrm>
          <a:prstGeom prst="rect">
            <a:avLst/>
          </a:prstGeom>
        </p:spPr>
        <p:txBody>
          <a:bodyPr vert="horz" lIns="91440" tIns="45720" rIns="91440" bIns="45720" rtlCol="0" anchor="ctr"/>
          <a:lstStyle>
            <a:lvl1pPr algn="l">
              <a:defRPr sz="1000">
                <a:solidFill>
                  <a:schemeClr val="tx1">
                    <a:tint val="75000"/>
                  </a:schemeClr>
                </a:solidFill>
              </a:defRPr>
            </a:lvl1pPr>
          </a:lstStyle>
          <a:p>
            <a:fld id="{4A8D24A4-5FEC-4062-8995-EB21925B3B40}" type="datetime1">
              <a:rPr lang="en-US" smtClean="0"/>
              <a:t>11/26/24</a:t>
            </a:fld>
            <a:endParaRPr lang="en-US" sz="1000" dirty="0"/>
          </a:p>
        </p:txBody>
      </p:sp>
      <p:sp>
        <p:nvSpPr>
          <p:cNvPr id="5" name="Footer Placeholder 4">
            <a:extLst>
              <a:ext uri="{FF2B5EF4-FFF2-40B4-BE49-F238E27FC236}">
                <a16:creationId xmlns:a16="http://schemas.microsoft.com/office/drawing/2014/main" id="{3337FC5D-92B2-4B4D-8111-6EDEF280692A}"/>
              </a:ext>
            </a:extLst>
          </p:cNvPr>
          <p:cNvSpPr>
            <a:spLocks noGrp="1"/>
          </p:cNvSpPr>
          <p:nvPr>
            <p:ph type="ftr" sz="quarter" idx="3"/>
          </p:nvPr>
        </p:nvSpPr>
        <p:spPr>
          <a:xfrm>
            <a:off x="4038600" y="6488268"/>
            <a:ext cx="4114800" cy="233209"/>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sz="1000"/>
          </a:p>
        </p:txBody>
      </p:sp>
      <p:sp>
        <p:nvSpPr>
          <p:cNvPr id="6" name="Slide Number Placeholder 5">
            <a:extLst>
              <a:ext uri="{FF2B5EF4-FFF2-40B4-BE49-F238E27FC236}">
                <a16:creationId xmlns:a16="http://schemas.microsoft.com/office/drawing/2014/main" id="{723A104D-C777-4A6E-8A43-F94028E5E311}"/>
              </a:ext>
            </a:extLst>
          </p:cNvPr>
          <p:cNvSpPr>
            <a:spLocks noGrp="1"/>
          </p:cNvSpPr>
          <p:nvPr>
            <p:ph type="sldNum" sz="quarter" idx="4"/>
          </p:nvPr>
        </p:nvSpPr>
        <p:spPr>
          <a:xfrm>
            <a:off x="8693150" y="6488268"/>
            <a:ext cx="2743200" cy="233209"/>
          </a:xfrm>
          <a:prstGeom prst="rect">
            <a:avLst/>
          </a:prstGeom>
        </p:spPr>
        <p:txBody>
          <a:bodyPr vert="horz" lIns="91440" tIns="45720" rIns="91440" bIns="45720" rtlCol="0" anchor="ctr"/>
          <a:lstStyle>
            <a:lvl1pPr algn="r">
              <a:defRPr sz="1000">
                <a:solidFill>
                  <a:schemeClr val="tx1">
                    <a:tint val="75000"/>
                  </a:schemeClr>
                </a:solidFill>
              </a:defRPr>
            </a:lvl1pPr>
          </a:lstStyle>
          <a:p>
            <a:fld id="{35747434-7036-48DB-A148-6B3D8EE75CDA}" type="slidenum">
              <a:rPr lang="en-US" smtClean="0"/>
              <a:pPr/>
              <a:t>‹#›</a:t>
            </a:fld>
            <a:endParaRPr lang="en-US" sz="1000" dirty="0"/>
          </a:p>
        </p:txBody>
      </p:sp>
      <p:sp>
        <p:nvSpPr>
          <p:cNvPr id="2" name="Title Placeholder 1">
            <a:extLst>
              <a:ext uri="{FF2B5EF4-FFF2-40B4-BE49-F238E27FC236}">
                <a16:creationId xmlns:a16="http://schemas.microsoft.com/office/drawing/2014/main" id="{12D3A74F-6169-4D30-A245-B46D738BEA81}"/>
              </a:ext>
            </a:extLst>
          </p:cNvPr>
          <p:cNvSpPr>
            <a:spLocks noGrp="1"/>
          </p:cNvSpPr>
          <p:nvPr>
            <p:ph type="title"/>
          </p:nvPr>
        </p:nvSpPr>
        <p:spPr>
          <a:xfrm>
            <a:off x="777240" y="365125"/>
            <a:ext cx="1065911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3877E64-7A05-44DA-81FA-6EF4806BBF0E}"/>
              </a:ext>
            </a:extLst>
          </p:cNvPr>
          <p:cNvSpPr>
            <a:spLocks noGrp="1"/>
          </p:cNvSpPr>
          <p:nvPr>
            <p:ph type="body" idx="1"/>
          </p:nvPr>
        </p:nvSpPr>
        <p:spPr>
          <a:xfrm>
            <a:off x="777240" y="1825625"/>
            <a:ext cx="1065911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97230496"/>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Lst>
  <p:hf sldNum="0" hdr="0" ftr="0" dt="0"/>
  <p:txStyles>
    <p:titleStyle>
      <a:lvl1pPr algn="l" defTabSz="914400" rtl="0" eaLnBrk="1" latinLnBrk="0" hangingPunct="1">
        <a:lnSpc>
          <a:spcPct val="90000"/>
        </a:lnSpc>
        <a:spcBef>
          <a:spcPct val="0"/>
        </a:spcBef>
        <a:buNone/>
        <a:defRPr sz="5400"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2">
            <a:lumMod val="75000"/>
            <a:lumOff val="25000"/>
          </a:schemeClr>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2.png"/><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hyperlink" Target="https://creativecommons.org/licenses/by/3.0/" TargetMode="External"/><Relationship Id="rId5" Type="http://schemas.openxmlformats.org/officeDocument/2006/relationships/hyperlink" Target="https://www.universetoday.com/tag/big-bang-theory/" TargetMode="External"/><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8" Type="http://schemas.openxmlformats.org/officeDocument/2006/relationships/hyperlink" Target="https://es.wikipedia.org/wiki/Karl_Schwarzschild" TargetMode="External"/><Relationship Id="rId3" Type="http://schemas.openxmlformats.org/officeDocument/2006/relationships/slideLayout" Target="../slideLayouts/slideLayout2.xml"/><Relationship Id="rId7" Type="http://schemas.openxmlformats.org/officeDocument/2006/relationships/image" Target="../media/image5.png"/><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hyperlink" Target="https://creativecommons.org/licenses/by-sa/3.0/" TargetMode="External"/><Relationship Id="rId5" Type="http://schemas.openxmlformats.org/officeDocument/2006/relationships/hyperlink" Target="https://en.wikipedia.org/wiki/File:Black_hole_-_Messier_87_crop_max_res.jpg" TargetMode="External"/><Relationship Id="rId4" Type="http://schemas.openxmlformats.org/officeDocument/2006/relationships/image" Target="../media/image4.jpeg"/><Relationship Id="rId9"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hyperlink" Target="https://creativecommons.org/licenses/by-sa/3.0/" TargetMode="External"/><Relationship Id="rId5" Type="http://schemas.openxmlformats.org/officeDocument/2006/relationships/hyperlink" Target="https://commons.wikimedia.org/wiki/File:Milky_Way_2010.jpg" TargetMode="External"/><Relationship Id="rId4" Type="http://schemas.openxmlformats.org/officeDocument/2006/relationships/image" Target="../media/image6.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33E0473-C315-42D8-A82A-A2FE49DC67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D23A251-68F2-43E5-812B-4BBAE1AF53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chemeClr val="bg1"/>
              </a:solidFill>
              <a:latin typeface="+mj-lt"/>
            </a:endParaRPr>
          </a:p>
        </p:txBody>
      </p:sp>
      <p:pic>
        <p:nvPicPr>
          <p:cNvPr id="4" name="Picture 3" descr="Network Technology Background">
            <a:extLst>
              <a:ext uri="{FF2B5EF4-FFF2-40B4-BE49-F238E27FC236}">
                <a16:creationId xmlns:a16="http://schemas.microsoft.com/office/drawing/2014/main" id="{E33B1FA2-C691-5692-DF4D-A48B0F21BD30}"/>
              </a:ext>
            </a:extLst>
          </p:cNvPr>
          <p:cNvPicPr>
            <a:picLocks noChangeAspect="1"/>
          </p:cNvPicPr>
          <p:nvPr/>
        </p:nvPicPr>
        <p:blipFill>
          <a:blip r:embed="rId4">
            <a:alphaModFix amt="40000"/>
          </a:blip>
          <a:srcRect r="-1" b="3408"/>
          <a:stretch/>
        </p:blipFill>
        <p:spPr>
          <a:xfrm>
            <a:off x="-7287322" y="-4094923"/>
            <a:ext cx="25774104" cy="15167113"/>
          </a:xfrm>
          <a:prstGeom prst="rect">
            <a:avLst/>
          </a:prstGeom>
        </p:spPr>
      </p:pic>
      <p:grpSp>
        <p:nvGrpSpPr>
          <p:cNvPr id="13" name="decorative circle">
            <a:extLst>
              <a:ext uri="{FF2B5EF4-FFF2-40B4-BE49-F238E27FC236}">
                <a16:creationId xmlns:a16="http://schemas.microsoft.com/office/drawing/2014/main" id="{0350AF23-2606-421F-AB7B-23D9B48F3E9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4102" y="236341"/>
            <a:ext cx="11340713" cy="5464029"/>
            <a:chOff x="314102" y="236341"/>
            <a:chExt cx="11340713" cy="5464029"/>
          </a:xfrm>
        </p:grpSpPr>
        <p:sp>
          <p:nvSpPr>
            <p:cNvPr id="14" name="Oval 13">
              <a:extLst>
                <a:ext uri="{FF2B5EF4-FFF2-40B4-BE49-F238E27FC236}">
                  <a16:creationId xmlns:a16="http://schemas.microsoft.com/office/drawing/2014/main" id="{526A544A-3C76-4502-A741-F4DB0E2CD2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0448" y="3803994"/>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017B8593-D171-47B5-8D1A-E34E7B1384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4102" y="3044381"/>
              <a:ext cx="226735" cy="226735"/>
            </a:xfrm>
            <a:prstGeom prst="ellipse">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1FEF60D4-64F6-450F-B86D-383EEA1C84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88374" y="386135"/>
              <a:ext cx="466441" cy="466441"/>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A97D4A7C-B520-46CB-9A94-711F53997B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65714" y="236341"/>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2B7B976F-E84B-4936-90D7-C8298A5E7B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1535" y="2516671"/>
              <a:ext cx="466441" cy="46644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DC91FFEC-59DF-4D22-A925-F51520769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30142" y="458803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58931E95-0847-47E4-8AEC-312312A032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02046" y="5394590"/>
              <a:ext cx="305780" cy="30578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3C094915-EF93-49A0-9B90-C44FB9B50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08287" y="5160714"/>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4C9A2A2F-17B2-6225-6A7D-231FF72A5726}"/>
              </a:ext>
            </a:extLst>
          </p:cNvPr>
          <p:cNvSpPr>
            <a:spLocks noGrp="1"/>
          </p:cNvSpPr>
          <p:nvPr>
            <p:ph type="ctrTitle"/>
          </p:nvPr>
        </p:nvSpPr>
        <p:spPr>
          <a:xfrm>
            <a:off x="2562606" y="1122363"/>
            <a:ext cx="7063739" cy="2387600"/>
          </a:xfrm>
        </p:spPr>
        <p:txBody>
          <a:bodyPr>
            <a:normAutofit/>
          </a:bodyPr>
          <a:lstStyle/>
          <a:p>
            <a:r>
              <a:rPr lang="en-GB" dirty="0">
                <a:solidFill>
                  <a:srgbClr val="FFFFFF"/>
                </a:solidFill>
              </a:rPr>
              <a:t>Understanding the Formation of Galaxies</a:t>
            </a:r>
          </a:p>
        </p:txBody>
      </p:sp>
      <p:sp>
        <p:nvSpPr>
          <p:cNvPr id="3" name="Subtitle 2">
            <a:extLst>
              <a:ext uri="{FF2B5EF4-FFF2-40B4-BE49-F238E27FC236}">
                <a16:creationId xmlns:a16="http://schemas.microsoft.com/office/drawing/2014/main" id="{4B3EFB7C-1047-6054-379C-2CF9CE3F330A}"/>
              </a:ext>
            </a:extLst>
          </p:cNvPr>
          <p:cNvSpPr>
            <a:spLocks noGrp="1"/>
          </p:cNvSpPr>
          <p:nvPr>
            <p:ph type="subTitle" idx="1"/>
          </p:nvPr>
        </p:nvSpPr>
        <p:spPr>
          <a:xfrm>
            <a:off x="2481003" y="6324601"/>
            <a:ext cx="7063739" cy="1655762"/>
          </a:xfrm>
        </p:spPr>
        <p:txBody>
          <a:bodyPr>
            <a:normAutofit/>
          </a:bodyPr>
          <a:lstStyle/>
          <a:p>
            <a:r>
              <a:rPr lang="en-GB" sz="1000" dirty="0">
                <a:solidFill>
                  <a:srgbClr val="FFFFFF"/>
                </a:solidFill>
              </a:rPr>
              <a:t>.</a:t>
            </a:r>
          </a:p>
        </p:txBody>
      </p:sp>
      <p:pic>
        <p:nvPicPr>
          <p:cNvPr id="27" name="Audio 26">
            <a:extLst>
              <a:ext uri="{FF2B5EF4-FFF2-40B4-BE49-F238E27FC236}">
                <a16:creationId xmlns:a16="http://schemas.microsoft.com/office/drawing/2014/main" id="{305AAC6B-592C-FB6E-6F8F-AF607C77C214}"/>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646809275"/>
      </p:ext>
    </p:extLst>
  </p:cSld>
  <p:clrMapOvr>
    <a:masterClrMapping/>
  </p:clrMapOvr>
  <mc:AlternateContent xmlns:mc="http://schemas.openxmlformats.org/markup-compatibility/2006">
    <mc:Choice xmlns:p14="http://schemas.microsoft.com/office/powerpoint/2010/main" Requires="p14">
      <p:transition spd="slow" p14:dur="2000" advTm="14308"/>
    </mc:Choice>
    <mc:Fallback>
      <p:transition spd="slow" advTm="1430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7"/>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0ABC1-2E9D-F98B-58D9-0328E507664F}"/>
              </a:ext>
            </a:extLst>
          </p:cNvPr>
          <p:cNvSpPr>
            <a:spLocks noGrp="1"/>
          </p:cNvSpPr>
          <p:nvPr>
            <p:ph type="title"/>
          </p:nvPr>
        </p:nvSpPr>
        <p:spPr/>
        <p:txBody>
          <a:bodyPr/>
          <a:lstStyle/>
          <a:p>
            <a:r>
              <a:rPr lang="en-GB" dirty="0"/>
              <a:t>Aims of this presentation:</a:t>
            </a:r>
          </a:p>
        </p:txBody>
      </p:sp>
      <p:sp>
        <p:nvSpPr>
          <p:cNvPr id="3" name="Content Placeholder 2">
            <a:extLst>
              <a:ext uri="{FF2B5EF4-FFF2-40B4-BE49-F238E27FC236}">
                <a16:creationId xmlns:a16="http://schemas.microsoft.com/office/drawing/2014/main" id="{5CF6FED6-9EE0-8682-95F4-67E8333BFF0A}"/>
              </a:ext>
            </a:extLst>
          </p:cNvPr>
          <p:cNvSpPr>
            <a:spLocks noGrp="1"/>
          </p:cNvSpPr>
          <p:nvPr>
            <p:ph idx="1"/>
          </p:nvPr>
        </p:nvSpPr>
        <p:spPr>
          <a:xfrm>
            <a:off x="422910" y="1928495"/>
            <a:ext cx="10659110" cy="4351338"/>
          </a:xfrm>
        </p:spPr>
        <p:txBody>
          <a:bodyPr>
            <a:normAutofit/>
          </a:bodyPr>
          <a:lstStyle/>
          <a:p>
            <a:r>
              <a:rPr lang="en-GB" sz="3200" dirty="0"/>
              <a:t>Using the Big Bang model of expansion creating cosmic radiation</a:t>
            </a:r>
          </a:p>
          <a:p>
            <a:pPr marL="0" indent="0">
              <a:buNone/>
            </a:pPr>
            <a:r>
              <a:rPr lang="en-GB" sz="3200" dirty="0"/>
              <a:t> </a:t>
            </a:r>
          </a:p>
          <a:p>
            <a:r>
              <a:rPr lang="en-GB" sz="3200" dirty="0"/>
              <a:t>Deducing common characteristics of Galaxies</a:t>
            </a:r>
          </a:p>
          <a:p>
            <a:endParaRPr lang="en-GB" sz="3200" dirty="0"/>
          </a:p>
          <a:p>
            <a:r>
              <a:rPr lang="en-GB" sz="3200" dirty="0"/>
              <a:t>Theorising construction/formation based on research and theories of organisations such as NASA and others.</a:t>
            </a:r>
          </a:p>
          <a:p>
            <a:pPr marL="0" indent="0">
              <a:buNone/>
            </a:pPr>
            <a:r>
              <a:rPr lang="en-GB" sz="3200" dirty="0"/>
              <a:t> </a:t>
            </a:r>
          </a:p>
        </p:txBody>
      </p:sp>
      <p:pic>
        <p:nvPicPr>
          <p:cNvPr id="9" name="Audio 8">
            <a:extLst>
              <a:ext uri="{FF2B5EF4-FFF2-40B4-BE49-F238E27FC236}">
                <a16:creationId xmlns:a16="http://schemas.microsoft.com/office/drawing/2014/main" id="{AB0D624A-B3F1-0719-5928-DE3739810C93}"/>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730649195"/>
      </p:ext>
    </p:extLst>
  </p:cSld>
  <p:clrMapOvr>
    <a:masterClrMapping/>
  </p:clrMapOvr>
  <mc:AlternateContent xmlns:mc="http://schemas.openxmlformats.org/markup-compatibility/2006">
    <mc:Choice xmlns:p14="http://schemas.microsoft.com/office/powerpoint/2010/main" Requires="p14">
      <p:transition spd="slow" p14:dur="2000" advTm="62857"/>
    </mc:Choice>
    <mc:Fallback>
      <p:transition spd="slow" advTm="6285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par>
                          <p:cTn id="7" fill="hold">
                            <p:stCondLst>
                              <p:cond delay="0"/>
                            </p:stCondLst>
                            <p:childTnLst>
                              <p:par>
                                <p:cTn id="8" presetID="1" presetClass="mediacall" presetSubtype="0" fill="hold" nodeType="afterEffect">
                                  <p:stCondLst>
                                    <p:cond delay="0"/>
                                  </p:stCondLst>
                                  <p:childTnLst>
                                    <p:cmd type="call" cmd="playFrom(0.0)">
                                      <p:cBhvr>
                                        <p:cTn id="9"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0" fill="hold" display="0">
                  <p:stCondLst>
                    <p:cond delay="indefinite"/>
                  </p:stCondLst>
                  <p:endCondLst>
                    <p:cond evt="onStopAudio" delay="0">
                      <p:tgtEl>
                        <p:sldTgt/>
                      </p:tgtEl>
                    </p:cond>
                  </p:endCondLst>
                </p:cTn>
                <p:tgtEl>
                  <p:spTgt spid="9"/>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8C7E2-7CB1-80D7-3FC3-4ED791647694}"/>
              </a:ext>
            </a:extLst>
          </p:cNvPr>
          <p:cNvSpPr>
            <a:spLocks noGrp="1"/>
          </p:cNvSpPr>
          <p:nvPr>
            <p:ph type="title"/>
          </p:nvPr>
        </p:nvSpPr>
        <p:spPr/>
        <p:txBody>
          <a:bodyPr>
            <a:normAutofit fontScale="90000"/>
          </a:bodyPr>
          <a:lstStyle/>
          <a:p>
            <a:r>
              <a:rPr lang="en-US" dirty="0"/>
              <a:t>1: The Big Bang and what we can draw from it.</a:t>
            </a:r>
          </a:p>
        </p:txBody>
      </p:sp>
      <p:sp>
        <p:nvSpPr>
          <p:cNvPr id="3" name="Content Placeholder 2">
            <a:extLst>
              <a:ext uri="{FF2B5EF4-FFF2-40B4-BE49-F238E27FC236}">
                <a16:creationId xmlns:a16="http://schemas.microsoft.com/office/drawing/2014/main" id="{03250ECF-3428-2689-42CA-FF7D0A4D2D5B}"/>
              </a:ext>
            </a:extLst>
          </p:cNvPr>
          <p:cNvSpPr>
            <a:spLocks noGrp="1"/>
          </p:cNvSpPr>
          <p:nvPr>
            <p:ph idx="1"/>
          </p:nvPr>
        </p:nvSpPr>
        <p:spPr>
          <a:xfrm>
            <a:off x="777240" y="1825624"/>
            <a:ext cx="10659110" cy="4849495"/>
          </a:xfrm>
        </p:spPr>
        <p:txBody>
          <a:bodyPr>
            <a:normAutofit/>
          </a:bodyPr>
          <a:lstStyle/>
          <a:p>
            <a:r>
              <a:rPr lang="en-US" sz="1400" dirty="0"/>
              <a:t>Over 13.8 billion years ago, the universe was in a hot and dense state until  (</a:t>
            </a:r>
            <a:r>
              <a:rPr lang="en-US" sz="1400" dirty="0" err="1"/>
              <a:t>Space.com</a:t>
            </a:r>
            <a:r>
              <a:rPr lang="en-US" sz="1400" dirty="0"/>
              <a:t>) states ‘in 1/10000 </a:t>
            </a:r>
            <a:r>
              <a:rPr lang="en-US" sz="1400" dirty="0" err="1"/>
              <a:t>ths</a:t>
            </a:r>
            <a:r>
              <a:rPr lang="en-US" sz="1400" dirty="0"/>
              <a:t> of a second, the pure energy began to expand in an explosion leading to the gradual cooling of the universe over millions of years.</a:t>
            </a:r>
          </a:p>
          <a:p>
            <a:r>
              <a:rPr lang="en-US" sz="1400" dirty="0"/>
              <a:t>The energy formed quarks and fundamental particles such as electrons and protons and neutrons</a:t>
            </a:r>
          </a:p>
          <a:p>
            <a:r>
              <a:rPr lang="en-US" sz="1400" dirty="0"/>
              <a:t>Clusters of these fundamental particles began forming further from this “central point” and the cooling of the particles led to fusion</a:t>
            </a:r>
          </a:p>
          <a:p>
            <a:r>
              <a:rPr lang="en-US" sz="1400" dirty="0"/>
              <a:t>Thus leading these clusters to form clouds of hot Hydrogen and Helium known as Nebula</a:t>
            </a:r>
          </a:p>
          <a:p>
            <a:endParaRPr lang="en-US" sz="1400" dirty="0"/>
          </a:p>
          <a:p>
            <a:endParaRPr lang="en-US" dirty="0"/>
          </a:p>
          <a:p>
            <a:endParaRPr lang="en-US" dirty="0"/>
          </a:p>
          <a:p>
            <a:endParaRPr lang="en-US" dirty="0"/>
          </a:p>
          <a:p>
            <a:endParaRPr lang="en-US" dirty="0"/>
          </a:p>
          <a:p>
            <a:endParaRPr lang="en-US" dirty="0"/>
          </a:p>
          <a:p>
            <a:endParaRPr lang="en-US" dirty="0"/>
          </a:p>
          <a:p>
            <a:r>
              <a:rPr lang="en-US" dirty="0"/>
              <a:t>We have identified the makings of a galaxy. But how do they begin to form a coherent structure? </a:t>
            </a:r>
          </a:p>
          <a:p>
            <a:pPr marL="0" indent="0">
              <a:buNone/>
            </a:pPr>
            <a:endParaRPr lang="en-US" dirty="0"/>
          </a:p>
          <a:p>
            <a:endParaRPr lang="en-US" dirty="0"/>
          </a:p>
        </p:txBody>
      </p:sp>
      <p:pic>
        <p:nvPicPr>
          <p:cNvPr id="10" name="Picture 9" descr="A screenshot of a computer screen&#10;&#10;Description automatically generated">
            <a:extLst>
              <a:ext uri="{FF2B5EF4-FFF2-40B4-BE49-F238E27FC236}">
                <a16:creationId xmlns:a16="http://schemas.microsoft.com/office/drawing/2014/main" id="{0D86E885-AEF7-7051-5093-717C7D1B0953}"/>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915063" y="3260035"/>
            <a:ext cx="10117371" cy="2450341"/>
          </a:xfrm>
          <a:prstGeom prst="rect">
            <a:avLst/>
          </a:prstGeom>
        </p:spPr>
      </p:pic>
      <p:sp>
        <p:nvSpPr>
          <p:cNvPr id="11" name="TextBox 10">
            <a:extLst>
              <a:ext uri="{FF2B5EF4-FFF2-40B4-BE49-F238E27FC236}">
                <a16:creationId xmlns:a16="http://schemas.microsoft.com/office/drawing/2014/main" id="{C74DE2F0-CB4D-7F3D-ADA9-6B167CC9FE49}"/>
              </a:ext>
            </a:extLst>
          </p:cNvPr>
          <p:cNvSpPr txBox="1"/>
          <p:nvPr/>
        </p:nvSpPr>
        <p:spPr>
          <a:xfrm>
            <a:off x="915064" y="5845312"/>
            <a:ext cx="6502400" cy="230832"/>
          </a:xfrm>
          <a:prstGeom prst="rect">
            <a:avLst/>
          </a:prstGeom>
          <a:noFill/>
        </p:spPr>
        <p:txBody>
          <a:bodyPr wrap="square" rtlCol="0">
            <a:spAutoFit/>
          </a:bodyPr>
          <a:lstStyle/>
          <a:p>
            <a:r>
              <a:rPr lang="en-US" sz="900">
                <a:hlinkClick r:id="rId5" tooltip="https://www.universetoday.com/tag/big-bang-theory/"/>
              </a:rPr>
              <a:t>This Photo</a:t>
            </a:r>
            <a:r>
              <a:rPr lang="en-US" sz="900"/>
              <a:t> by Unknown Author is licensed under </a:t>
            </a:r>
            <a:r>
              <a:rPr lang="en-US" sz="900">
                <a:hlinkClick r:id="rId6" tooltip="https://creativecommons.org/licenses/by/3.0/"/>
              </a:rPr>
              <a:t>CC BY</a:t>
            </a:r>
            <a:endParaRPr lang="en-US" sz="900"/>
          </a:p>
        </p:txBody>
      </p:sp>
      <p:pic>
        <p:nvPicPr>
          <p:cNvPr id="19" name="Audio 18">
            <a:extLst>
              <a:ext uri="{FF2B5EF4-FFF2-40B4-BE49-F238E27FC236}">
                <a16:creationId xmlns:a16="http://schemas.microsoft.com/office/drawing/2014/main" id="{60FC626B-715C-F55E-6BF6-70E27647A2BB}"/>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1466412742"/>
      </p:ext>
    </p:extLst>
  </p:cSld>
  <p:clrMapOvr>
    <a:masterClrMapping/>
  </p:clrMapOvr>
  <mc:AlternateContent xmlns:mc="http://schemas.openxmlformats.org/markup-compatibility/2006">
    <mc:Choice xmlns:p14="http://schemas.microsoft.com/office/powerpoint/2010/main" Requires="p14">
      <p:transition spd="slow" p14:dur="2000" advTm="70281"/>
    </mc:Choice>
    <mc:Fallback>
      <p:transition spd="slow" advTm="7028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9"/>
                                        </p:tgtEl>
                                      </p:cBhvr>
                                    </p:cmd>
                                  </p:childTnLst>
                                </p:cTn>
                              </p:par>
                            </p:childTnLst>
                          </p:cTn>
                        </p:par>
                        <p:par>
                          <p:cTn id="7" fill="hold">
                            <p:stCondLst>
                              <p:cond delay="0"/>
                            </p:stCondLst>
                            <p:childTnLst>
                              <p:par>
                                <p:cTn id="8" presetID="1" presetClass="mediacall" presetSubtype="0" fill="hold" nodeType="afterEffect">
                                  <p:stCondLst>
                                    <p:cond delay="0"/>
                                  </p:stCondLst>
                                  <p:childTnLst>
                                    <p:cmd type="call" cmd="playFrom(0.0)">
                                      <p:cBhvr>
                                        <p:cTn id="9" dur="1"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0" fill="hold" display="0">
                  <p:stCondLst>
                    <p:cond delay="indefinite"/>
                  </p:stCondLst>
                  <p:endCondLst>
                    <p:cond evt="onStopAudio" delay="0">
                      <p:tgtEl>
                        <p:sldTgt/>
                      </p:tgtEl>
                    </p:cond>
                  </p:endCondLst>
                </p:cTn>
                <p:tgtEl>
                  <p:spTgt spid="19"/>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A44DA-ABA8-6A35-1957-50C446C8BF0E}"/>
              </a:ext>
            </a:extLst>
          </p:cNvPr>
          <p:cNvSpPr>
            <a:spLocks noGrp="1"/>
          </p:cNvSpPr>
          <p:nvPr>
            <p:ph type="title"/>
          </p:nvPr>
        </p:nvSpPr>
        <p:spPr/>
        <p:txBody>
          <a:bodyPr>
            <a:normAutofit fontScale="90000"/>
          </a:bodyPr>
          <a:lstStyle/>
          <a:p>
            <a:r>
              <a:rPr lang="en-US" dirty="0"/>
              <a:t>Super Massive Black Holes: Cosmic enigmas</a:t>
            </a:r>
          </a:p>
        </p:txBody>
      </p:sp>
      <p:sp>
        <p:nvSpPr>
          <p:cNvPr id="3" name="Content Placeholder 2">
            <a:extLst>
              <a:ext uri="{FF2B5EF4-FFF2-40B4-BE49-F238E27FC236}">
                <a16:creationId xmlns:a16="http://schemas.microsoft.com/office/drawing/2014/main" id="{2E231C56-C374-26AC-26F5-84DB2B0F9874}"/>
              </a:ext>
            </a:extLst>
          </p:cNvPr>
          <p:cNvSpPr>
            <a:spLocks noGrp="1"/>
          </p:cNvSpPr>
          <p:nvPr>
            <p:ph idx="1"/>
          </p:nvPr>
        </p:nvSpPr>
        <p:spPr/>
        <p:txBody>
          <a:bodyPr>
            <a:normAutofit/>
          </a:bodyPr>
          <a:lstStyle/>
          <a:p>
            <a:r>
              <a:rPr lang="en-US" sz="1400" dirty="0"/>
              <a:t>Black Holes are formed when a supermassive star “dies”</a:t>
            </a:r>
          </a:p>
          <a:p>
            <a:r>
              <a:rPr lang="en-US" sz="1400" dirty="0"/>
              <a:t>Stars require fusion to survive</a:t>
            </a:r>
          </a:p>
          <a:p>
            <a:r>
              <a:rPr lang="en-US" sz="1400" dirty="0"/>
              <a:t>These stars after millions of years will collapse under its own gravity and create a supernova, an explosion of energy lasting 100s of days and one of 2 possibilities can occur. The most important to our research is that the supernovae can form a black hole due to the bending of space.</a:t>
            </a:r>
          </a:p>
          <a:p>
            <a:r>
              <a:rPr lang="en-US" sz="1400" dirty="0"/>
              <a:t>Black Holes tend to be much larger and more importantly heavier (the average Black hole has around 10 solar masses, which is 10x the weight of our sun) Which means it gravitational pull is stronger, which if this black hole is “super massive” can pull stellar objects and solar systems towards them which would explain Galaxies’ circular shapes</a:t>
            </a:r>
          </a:p>
          <a:p>
            <a:endParaRPr lang="en-US" sz="1400" dirty="0"/>
          </a:p>
          <a:p>
            <a:endParaRPr lang="en-US" sz="1400" dirty="0"/>
          </a:p>
        </p:txBody>
      </p:sp>
      <p:pic>
        <p:nvPicPr>
          <p:cNvPr id="5" name="Picture 4" descr="A bright light in the dark&#10;&#10;Description automatically generated">
            <a:extLst>
              <a:ext uri="{FF2B5EF4-FFF2-40B4-BE49-F238E27FC236}">
                <a16:creationId xmlns:a16="http://schemas.microsoft.com/office/drawing/2014/main" id="{03E79B21-099D-8044-7727-9B5BF04208F6}"/>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1093305" y="3700138"/>
            <a:ext cx="3001616" cy="2611761"/>
          </a:xfrm>
          <a:prstGeom prst="rect">
            <a:avLst/>
          </a:prstGeom>
        </p:spPr>
      </p:pic>
      <p:sp>
        <p:nvSpPr>
          <p:cNvPr id="6" name="TextBox 5">
            <a:extLst>
              <a:ext uri="{FF2B5EF4-FFF2-40B4-BE49-F238E27FC236}">
                <a16:creationId xmlns:a16="http://schemas.microsoft.com/office/drawing/2014/main" id="{A49153BF-6906-8596-2341-AABFE4B693E8}"/>
              </a:ext>
            </a:extLst>
          </p:cNvPr>
          <p:cNvSpPr txBox="1"/>
          <p:nvPr/>
        </p:nvSpPr>
        <p:spPr>
          <a:xfrm>
            <a:off x="3856383" y="7140706"/>
            <a:ext cx="3001616" cy="230832"/>
          </a:xfrm>
          <a:prstGeom prst="rect">
            <a:avLst/>
          </a:prstGeom>
          <a:noFill/>
        </p:spPr>
        <p:txBody>
          <a:bodyPr wrap="square" rtlCol="0">
            <a:spAutoFit/>
          </a:bodyPr>
          <a:lstStyle/>
          <a:p>
            <a:r>
              <a:rPr lang="en-US" sz="900">
                <a:hlinkClick r:id="rId5" tooltip="https://en.wikipedia.org/wiki/File:Black_hole_-_Messier_87_crop_max_res.jpg"/>
              </a:rPr>
              <a:t>This Photo</a:t>
            </a:r>
            <a:r>
              <a:rPr lang="en-US" sz="900"/>
              <a:t> by Unknown Author is licensed under </a:t>
            </a:r>
            <a:r>
              <a:rPr lang="en-US" sz="900">
                <a:hlinkClick r:id="rId6" tooltip="https://creativecommons.org/licenses/by-sa/3.0/"/>
              </a:rPr>
              <a:t>CC BY-SA</a:t>
            </a:r>
            <a:endParaRPr lang="en-US" sz="900"/>
          </a:p>
        </p:txBody>
      </p:sp>
      <p:pic>
        <p:nvPicPr>
          <p:cNvPr id="8" name="Picture 7" descr="A screen shot of a game&#10;&#10;Description automatically generated">
            <a:extLst>
              <a:ext uri="{FF2B5EF4-FFF2-40B4-BE49-F238E27FC236}">
                <a16:creationId xmlns:a16="http://schemas.microsoft.com/office/drawing/2014/main" id="{7D0C8C18-F8BF-13B1-764F-2EA04962E9A4}"/>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4595192" y="3546839"/>
            <a:ext cx="2618428" cy="2765060"/>
          </a:xfrm>
          <a:prstGeom prst="rect">
            <a:avLst/>
          </a:prstGeom>
        </p:spPr>
      </p:pic>
      <p:sp>
        <p:nvSpPr>
          <p:cNvPr id="9" name="TextBox 8">
            <a:extLst>
              <a:ext uri="{FF2B5EF4-FFF2-40B4-BE49-F238E27FC236}">
                <a16:creationId xmlns:a16="http://schemas.microsoft.com/office/drawing/2014/main" id="{3752283D-DEC6-C57D-F660-E59C64A02B12}"/>
              </a:ext>
            </a:extLst>
          </p:cNvPr>
          <p:cNvSpPr txBox="1"/>
          <p:nvPr/>
        </p:nvSpPr>
        <p:spPr>
          <a:xfrm>
            <a:off x="4745403" y="6371801"/>
            <a:ext cx="2468217" cy="369332"/>
          </a:xfrm>
          <a:prstGeom prst="rect">
            <a:avLst/>
          </a:prstGeom>
          <a:noFill/>
        </p:spPr>
        <p:txBody>
          <a:bodyPr wrap="square" rtlCol="0">
            <a:spAutoFit/>
          </a:bodyPr>
          <a:lstStyle/>
          <a:p>
            <a:r>
              <a:rPr lang="en-US" sz="900">
                <a:hlinkClick r:id="rId8" tooltip="https://es.wikipedia.org/wiki/Karl_Schwarzschild"/>
              </a:rPr>
              <a:t>This Photo</a:t>
            </a:r>
            <a:r>
              <a:rPr lang="en-US" sz="900"/>
              <a:t> by Unknown Author is licensed under </a:t>
            </a:r>
            <a:r>
              <a:rPr lang="en-US" sz="900">
                <a:hlinkClick r:id="rId6" tooltip="https://creativecommons.org/licenses/by-sa/3.0/"/>
              </a:rPr>
              <a:t>CC BY-SA</a:t>
            </a:r>
            <a:endParaRPr lang="en-US" sz="900"/>
          </a:p>
        </p:txBody>
      </p:sp>
      <p:pic>
        <p:nvPicPr>
          <p:cNvPr id="16" name="Audio 15">
            <a:extLst>
              <a:ext uri="{FF2B5EF4-FFF2-40B4-BE49-F238E27FC236}">
                <a16:creationId xmlns:a16="http://schemas.microsoft.com/office/drawing/2014/main" id="{0D3FCA7B-D299-ECE5-9891-5B079C1D6A24}"/>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514710038"/>
      </p:ext>
    </p:extLst>
  </p:cSld>
  <p:clrMapOvr>
    <a:masterClrMapping/>
  </p:clrMapOvr>
  <mc:AlternateContent xmlns:mc="http://schemas.openxmlformats.org/markup-compatibility/2006">
    <mc:Choice xmlns:p14="http://schemas.microsoft.com/office/powerpoint/2010/main" Requires="p14">
      <p:transition spd="slow" p14:dur="2000" advTm="94377"/>
    </mc:Choice>
    <mc:Fallback>
      <p:transition spd="slow" advTm="9437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6"/>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B4ECDFC-8958-4B83-B01F-58AEFB867B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1D68778-F94A-4C5B-9118-3B992BB975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chemeClr val="bg1"/>
              </a:solidFill>
              <a:latin typeface="+mj-lt"/>
            </a:endParaRPr>
          </a:p>
        </p:txBody>
      </p:sp>
      <p:sp>
        <p:nvSpPr>
          <p:cNvPr id="2" name="Title 1">
            <a:extLst>
              <a:ext uri="{FF2B5EF4-FFF2-40B4-BE49-F238E27FC236}">
                <a16:creationId xmlns:a16="http://schemas.microsoft.com/office/drawing/2014/main" id="{B5840286-D699-DA4C-4DD4-4DFFABB7E754}"/>
              </a:ext>
            </a:extLst>
          </p:cNvPr>
          <p:cNvSpPr>
            <a:spLocks noGrp="1"/>
          </p:cNvSpPr>
          <p:nvPr>
            <p:ph type="title"/>
          </p:nvPr>
        </p:nvSpPr>
        <p:spPr>
          <a:xfrm>
            <a:off x="984812" y="516430"/>
            <a:ext cx="3240157" cy="1641099"/>
          </a:xfrm>
        </p:spPr>
        <p:txBody>
          <a:bodyPr anchor="b">
            <a:normAutofit/>
          </a:bodyPr>
          <a:lstStyle/>
          <a:p>
            <a:r>
              <a:rPr lang="en-US" sz="4800" dirty="0"/>
              <a:t>Conclusion: Formation</a:t>
            </a:r>
          </a:p>
        </p:txBody>
      </p:sp>
      <p:sp>
        <p:nvSpPr>
          <p:cNvPr id="3" name="Content Placeholder 2">
            <a:extLst>
              <a:ext uri="{FF2B5EF4-FFF2-40B4-BE49-F238E27FC236}">
                <a16:creationId xmlns:a16="http://schemas.microsoft.com/office/drawing/2014/main" id="{A8C5015C-A0FD-3DD2-295E-8F86D398106D}"/>
              </a:ext>
            </a:extLst>
          </p:cNvPr>
          <p:cNvSpPr>
            <a:spLocks noGrp="1"/>
          </p:cNvSpPr>
          <p:nvPr>
            <p:ph idx="1"/>
          </p:nvPr>
        </p:nvSpPr>
        <p:spPr>
          <a:xfrm>
            <a:off x="659492" y="2194651"/>
            <a:ext cx="4606280" cy="4349927"/>
          </a:xfrm>
        </p:spPr>
        <p:style>
          <a:lnRef idx="2">
            <a:schemeClr val="accent1"/>
          </a:lnRef>
          <a:fillRef idx="1">
            <a:schemeClr val="lt1"/>
          </a:fillRef>
          <a:effectRef idx="0">
            <a:schemeClr val="accent1"/>
          </a:effectRef>
          <a:fontRef idx="minor">
            <a:schemeClr val="dk1"/>
          </a:fontRef>
        </p:style>
        <p:txBody>
          <a:bodyPr anchor="t">
            <a:normAutofit fontScale="77500" lnSpcReduction="20000"/>
          </a:bodyPr>
          <a:lstStyle/>
          <a:p>
            <a:r>
              <a:rPr lang="en-US" sz="2400" dirty="0"/>
              <a:t>Following the nexus event aka the Big Bang, particles began to from seemingly instantaneously, these particles moved further from the Bang and the cooling of the universe over millions of years formed clouds of gas known as Nebulas. The Nebulae had the components for the hydrogen, its isotopes, and helium for start fusing and create stars and planets which, when a “red supergiant” dies space folds in on itself and creates a black hole, which pulls solar systems towards it with an intense and wide-spread gravitational pull, creating the makings of an early Galaxy such as the Milky Way, which can be considered a late stage galaxy due to the barred spirals indicating that the centripetal forces increase the velocity of the objects in the Black Holes orbit and will eventually exit its orbit in millions of years.</a:t>
            </a:r>
          </a:p>
          <a:p>
            <a:endParaRPr lang="en-US" sz="1300" dirty="0"/>
          </a:p>
          <a:p>
            <a:endParaRPr lang="en-US" sz="1300" dirty="0"/>
          </a:p>
        </p:txBody>
      </p:sp>
      <p:grpSp>
        <p:nvGrpSpPr>
          <p:cNvPr id="24" name="decorative circles">
            <a:extLst>
              <a:ext uri="{FF2B5EF4-FFF2-40B4-BE49-F238E27FC236}">
                <a16:creationId xmlns:a16="http://schemas.microsoft.com/office/drawing/2014/main" id="{B29252B9-8F48-4CC0-A640-09C8A8C24E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08627" y="289695"/>
            <a:ext cx="5461374" cy="5966848"/>
            <a:chOff x="6008627" y="289695"/>
            <a:chExt cx="5461374" cy="5966848"/>
          </a:xfrm>
        </p:grpSpPr>
        <p:sp>
          <p:nvSpPr>
            <p:cNvPr id="25" name="Oval 24">
              <a:extLst>
                <a:ext uri="{FF2B5EF4-FFF2-40B4-BE49-F238E27FC236}">
                  <a16:creationId xmlns:a16="http://schemas.microsoft.com/office/drawing/2014/main" id="{28548D73-0AE2-434D-B75C-77D24F5EDC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543605" y="289695"/>
              <a:ext cx="226735" cy="226735"/>
            </a:xfrm>
            <a:prstGeom prst="ellipse">
              <a:avLst/>
            </a:prstGeom>
            <a:solidFill>
              <a:srgbClr val="9744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9BC26AF4-B368-411A-BF70-74F07FA77E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03560" y="387281"/>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6BE4EEE7-FD25-4B68-819D-487E4D78F3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08627" y="5790102"/>
              <a:ext cx="466441" cy="466441"/>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6E52A4F8-9F27-4959-B733-FDA9FCA2E8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03560" y="654708"/>
              <a:ext cx="466441" cy="46644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F13DA742-C9EF-49AA-ADEB-5533449305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08627" y="5407667"/>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descr="A spiral galaxy in space&#10;&#10;Description automatically generated">
            <a:extLst>
              <a:ext uri="{FF2B5EF4-FFF2-40B4-BE49-F238E27FC236}">
                <a16:creationId xmlns:a16="http://schemas.microsoft.com/office/drawing/2014/main" id="{FB277D75-25D6-76CF-C5B1-D04A20B0A225}"/>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r="-3" b="-3"/>
          <a:stretch/>
        </p:blipFill>
        <p:spPr>
          <a:xfrm>
            <a:off x="6306574" y="552339"/>
            <a:ext cx="5728174" cy="5728174"/>
          </a:xfrm>
          <a:custGeom>
            <a:avLst/>
            <a:gdLst/>
            <a:ahLst/>
            <a:cxnLst/>
            <a:rect l="l" t="t" r="r" b="b"/>
            <a:pathLst>
              <a:path w="3111160" h="3111160">
                <a:moveTo>
                  <a:pt x="1555580" y="0"/>
                </a:moveTo>
                <a:cubicBezTo>
                  <a:pt x="2414703" y="0"/>
                  <a:pt x="3111160" y="696457"/>
                  <a:pt x="3111160" y="1555580"/>
                </a:cubicBezTo>
                <a:cubicBezTo>
                  <a:pt x="3111160" y="2414703"/>
                  <a:pt x="2414703" y="3111160"/>
                  <a:pt x="1555580" y="3111160"/>
                </a:cubicBezTo>
                <a:cubicBezTo>
                  <a:pt x="696457" y="3111160"/>
                  <a:pt x="0" y="2414703"/>
                  <a:pt x="0" y="1555580"/>
                </a:cubicBezTo>
                <a:cubicBezTo>
                  <a:pt x="0" y="696457"/>
                  <a:pt x="696457" y="0"/>
                  <a:pt x="1555580" y="0"/>
                </a:cubicBezTo>
                <a:close/>
              </a:path>
            </a:pathLst>
          </a:custGeom>
        </p:spPr>
      </p:pic>
      <p:sp>
        <p:nvSpPr>
          <p:cNvPr id="6" name="TextBox 5">
            <a:extLst>
              <a:ext uri="{FF2B5EF4-FFF2-40B4-BE49-F238E27FC236}">
                <a16:creationId xmlns:a16="http://schemas.microsoft.com/office/drawing/2014/main" id="{59C788FB-8F21-1E64-F94B-CE09F1C10CCF}"/>
              </a:ext>
            </a:extLst>
          </p:cNvPr>
          <p:cNvSpPr txBox="1"/>
          <p:nvPr/>
        </p:nvSpPr>
        <p:spPr>
          <a:xfrm>
            <a:off x="9884958" y="6657945"/>
            <a:ext cx="2307042" cy="200055"/>
          </a:xfrm>
          <a:prstGeom prst="rect">
            <a:avLst/>
          </a:prstGeom>
          <a:solidFill>
            <a:srgbClr val="000000"/>
          </a:solidFill>
        </p:spPr>
        <p:txBody>
          <a:bodyPr wrap="none" rtlCol="0">
            <a:spAutoFit/>
          </a:bodyPr>
          <a:lstStyle/>
          <a:p>
            <a:pPr algn="r">
              <a:spcAft>
                <a:spcPts val="600"/>
              </a:spcAft>
            </a:pPr>
            <a:r>
              <a:rPr lang="en-US" sz="700">
                <a:solidFill>
                  <a:srgbClr val="FFFFFF"/>
                </a:solidFill>
                <a:hlinkClick r:id="rId5" tooltip="https://commons.wikimedia.org/wiki/File:Milky_Way_2010.jpg">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6" tooltip="https://creativecommons.org/licenses/by-sa/3.0/">
                  <a:extLst>
                    <a:ext uri="{A12FA001-AC4F-418D-AE19-62706E023703}">
                      <ahyp:hlinkClr xmlns:ahyp="http://schemas.microsoft.com/office/drawing/2018/hyperlinkcolor" val="tx"/>
                    </a:ext>
                  </a:extLst>
                </a:hlinkClick>
              </a:rPr>
              <a:t>CC BY-SA</a:t>
            </a:r>
            <a:endParaRPr lang="en-US" sz="700">
              <a:solidFill>
                <a:srgbClr val="FFFFFF"/>
              </a:solidFill>
            </a:endParaRPr>
          </a:p>
        </p:txBody>
      </p:sp>
      <p:pic>
        <p:nvPicPr>
          <p:cNvPr id="9" name="Audio 8">
            <a:extLst>
              <a:ext uri="{FF2B5EF4-FFF2-40B4-BE49-F238E27FC236}">
                <a16:creationId xmlns:a16="http://schemas.microsoft.com/office/drawing/2014/main" id="{F18A31DA-7152-A5C2-A8AE-5677F2D7D095}"/>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1465436740"/>
      </p:ext>
    </p:extLst>
  </p:cSld>
  <p:clrMapOvr>
    <a:masterClrMapping/>
  </p:clrMapOvr>
  <mc:AlternateContent xmlns:mc="http://schemas.openxmlformats.org/markup-compatibility/2006">
    <mc:Choice xmlns:p14="http://schemas.microsoft.com/office/powerpoint/2010/main" Requires="p14">
      <p:transition spd="slow" p14:dur="2000" advTm="40038"/>
    </mc:Choice>
    <mc:Fallback>
      <p:transition spd="slow" advTm="4003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theme/theme1.xml><?xml version="1.0" encoding="utf-8"?>
<a:theme xmlns:a="http://schemas.openxmlformats.org/drawingml/2006/main" name="ConfettiVTI">
  <a:themeElements>
    <a:clrScheme name="AnalogousFromDarkSeedLeftStep">
      <a:dk1>
        <a:srgbClr val="000000"/>
      </a:dk1>
      <a:lt1>
        <a:srgbClr val="FFFFFF"/>
      </a:lt1>
      <a:dk2>
        <a:srgbClr val="1B2130"/>
      </a:dk2>
      <a:lt2>
        <a:srgbClr val="F0F3F1"/>
      </a:lt2>
      <a:accent1>
        <a:srgbClr val="D937B0"/>
      </a:accent1>
      <a:accent2>
        <a:srgbClr val="AC25C7"/>
      </a:accent2>
      <a:accent3>
        <a:srgbClr val="7B37D9"/>
      </a:accent3>
      <a:accent4>
        <a:srgbClr val="3A3ACC"/>
      </a:accent4>
      <a:accent5>
        <a:srgbClr val="377AD9"/>
      </a:accent5>
      <a:accent6>
        <a:srgbClr val="25ACC7"/>
      </a:accent6>
      <a:hlink>
        <a:srgbClr val="3F5FBF"/>
      </a:hlink>
      <a:folHlink>
        <a:srgbClr val="7F7F7F"/>
      </a:folHlink>
    </a:clrScheme>
    <a:fontScheme name="Custom 10">
      <a:majorFont>
        <a:latin typeface="Gill Sans Nova"/>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nfettiVTI" id="{B5618F7C-B4F0-4D28-83B4-440D0519681F}" vid="{5F84EFDF-E14E-48C6-955C-990A32085A7F}"/>
    </a:ext>
  </a:extLst>
</a:theme>
</file>

<file path=docMetadata/LabelInfo.xml><?xml version="1.0" encoding="utf-8"?>
<clbl:labelList xmlns:clbl="http://schemas.microsoft.com/office/2020/mipLabelMetadata">
  <clbl:label id="{6b902693-1074-40aa-9e21-d89446a2ebb5}" enabled="0" method="" siteId="{6b902693-1074-40aa-9e21-d89446a2ebb5}" removed="1"/>
</clbl:labelList>
</file>

<file path=docProps/app.xml><?xml version="1.0" encoding="utf-8"?>
<Properties xmlns="http://schemas.openxmlformats.org/officeDocument/2006/extended-properties" xmlns:vt="http://schemas.openxmlformats.org/officeDocument/2006/docPropsVTypes">
  <TotalTime>14421</TotalTime>
  <Words>518</Words>
  <Application>Microsoft Macintosh PowerPoint</Application>
  <PresentationFormat>Widescreen</PresentationFormat>
  <Paragraphs>33</Paragraphs>
  <Slides>5</Slides>
  <Notes>0</Notes>
  <HiddenSlides>0</HiddenSlides>
  <MMClips>5</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Gill Sans Nova</vt:lpstr>
      <vt:lpstr>ConfettiVTI</vt:lpstr>
      <vt:lpstr>Understanding the Formation of Galaxies</vt:lpstr>
      <vt:lpstr>Aims of this presentation:</vt:lpstr>
      <vt:lpstr>1: The Big Bang and what we can draw from it.</vt:lpstr>
      <vt:lpstr>Super Massive Black Holes: Cosmic enigmas</vt:lpstr>
      <vt:lpstr>Conclusion: Formation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Dennis, Oscar (UG - Mech Eng Sciences)</dc:creator>
  <cp:lastModifiedBy>Dennis, Oscar (UG - Mech Eng Sciences)</cp:lastModifiedBy>
  <cp:revision>2</cp:revision>
  <dcterms:created xsi:type="dcterms:W3CDTF">2024-11-06T11:26:26Z</dcterms:created>
  <dcterms:modified xsi:type="dcterms:W3CDTF">2024-12-06T15:47:17Z</dcterms:modified>
</cp:coreProperties>
</file>